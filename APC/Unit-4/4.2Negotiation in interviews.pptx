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8" r:id="rId2"/>
    <p:sldId id="270" r:id="rId3"/>
    <p:sldId id="271" r:id="rId4"/>
    <p:sldId id="272" r:id="rId5"/>
    <p:sldId id="274" r:id="rId6"/>
    <p:sldId id="275" r:id="rId7"/>
    <p:sldId id="276" r:id="rId8"/>
    <p:sldId id="269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0" autoAdjust="0"/>
  </p:normalViewPr>
  <p:slideViewPr>
    <p:cSldViewPr snapToGrid="0" showGuides="1">
      <p:cViewPr>
        <p:scale>
          <a:sx n="66" d="100"/>
          <a:sy n="66" d="100"/>
        </p:scale>
        <p:origin x="6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3605-0C0C-4258-9724-5F2F9BB3BC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FFE7F-C917-439A-8026-3D301EB5C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31B3D-E4E3-4A80-AB70-C5564C26726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B30D-C07A-425B-A90C-BA7BEB191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245434"/>
            <a:ext cx="8686800" cy="1464906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731795"/>
            <a:ext cx="8686800" cy="44040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242816"/>
            <a:ext cx="8686800" cy="14630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99" y="5733288"/>
            <a:ext cx="8686800" cy="4389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0672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457200"/>
            <a:ext cx="5410201" cy="5715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3099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457200"/>
            <a:ext cx="18288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457200"/>
            <a:ext cx="7955280" cy="5719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1"/>
            <a:ext cx="10058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2849" y="6400800"/>
            <a:ext cx="7315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792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5"/>
        </a:buClr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931818"/>
            <a:ext cx="8686800" cy="2621280"/>
          </a:xfrm>
        </p:spPr>
        <p:txBody>
          <a:bodyPr>
            <a:normAutofit/>
          </a:bodyPr>
          <a:lstStyle/>
          <a:p>
            <a:r>
              <a:rPr lang="en-US" sz="4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Negotiation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40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interviews: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666310"/>
            <a:ext cx="8686800" cy="1271450"/>
          </a:xfrm>
        </p:spPr>
        <p:txBody>
          <a:bodyPr>
            <a:normAutofit/>
          </a:bodyPr>
          <a:lstStyle/>
          <a:p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Salary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negotiations, counter-offers,</a:t>
            </a:r>
            <a:r>
              <a:rPr lang="en-US" sz="24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ethical considerations</a:t>
            </a:r>
          </a:p>
          <a:p>
            <a:endParaRPr lang="en-US" b="1" spc="-10" dirty="0">
              <a:effectLst/>
              <a:latin typeface="Times New Roman" panose="02020603050405020304" pitchFamily="18" charset="0"/>
            </a:endParaRPr>
          </a:p>
          <a:p>
            <a:r>
              <a:rPr lang="en-US" b="1" spc="-10" dirty="0">
                <a:effectLst/>
                <a:latin typeface="Times New Roman" panose="02020603050405020304" pitchFamily="18" charset="0"/>
              </a:rPr>
              <a:t>15.09.2026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11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F427-F0A8-21E1-687B-67C6C3FAD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Negotiation in Interviews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00BB-7A52-BA39-7C19-EC31068F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Interview negotiation is the process of discussing employment-related terms with an employer before accepting a job offer. 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These terms may include salary, benefits, working hours, job responsibilities, location, and opportunities for professional growth.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Effective negotiation requires clear communication, preparation, confidence, flexibility, and professionalism.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7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85C6-FABB-95A4-F3AD-E8E5DD86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Salary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91A30-2FD1-E510-B4A3-FE57BE9C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negotiation involves discussing the compensation offered by an employer and requesting a package that reflects the candidate’s qualifications, skills, experience, and the responsibilities of the position.</a:t>
            </a: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factors to consider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qualifications and professional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work experience and achievements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salary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responsibilities and workload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living and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benefits and incentives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career growth</a:t>
            </a: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99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F62A-7BF5-2AED-4442-44C5E950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Strategies for effective salary negotiation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B662-2229-E39A-7D83-5E4F7A1BA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Research the market: Understand the typical salary range for the position.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Identify your value: Highlight relevant skills, certifications, achievements, and experience.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State a realistic expectation: Provide a reasonable salary range rather than an unrealistic demand.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Use professional language: Remain polite, confident, and respectful.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21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E357-4557-D548-6FEE-C594063B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b="1" dirty="0"/>
              <a:t>Strategies for effective salary negotiation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F159-8764-EE89-6D45-8851061E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5. Consider the complete package: Evaluate bonuses, insurance, allowances, leave, training, and other benefits.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6. Remain flexible: Be open to discussing alternative benefits or future salary reviews.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Example:</a:t>
            </a:r>
            <a:r>
              <a:rPr lang="en-IN" dirty="0">
                <a:solidFill>
                  <a:schemeClr val="tx2"/>
                </a:solidFill>
              </a:rPr>
              <a:t> Based on my qualifications, </a:t>
            </a:r>
            <a:r>
              <a:rPr lang="en-US" dirty="0">
                <a:solidFill>
                  <a:schemeClr val="tx2"/>
                </a:solidFill>
              </a:rPr>
              <a:t>technical skills, and the responsibilities of this role, I was expecting a salary in the range of ₹6–7 lakh per annum. Is there any possibility of revising the offer?”</a:t>
            </a:r>
          </a:p>
        </p:txBody>
      </p:sp>
    </p:spTree>
    <p:extLst>
      <p:ext uri="{BB962C8B-B14F-4D97-AF65-F5344CB8AC3E}">
        <p14:creationId xmlns:p14="http://schemas.microsoft.com/office/powerpoint/2010/main" val="21926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9794-404A-430A-2286-666FD6FD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Counter Offer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0E1D-B96E-76DB-5C04-8EE9275C2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 counter-offer is a revised proposal made in response to an original offer. Either the employer or the candidate may make it.</a:t>
            </a:r>
          </a:p>
          <a:p>
            <a:r>
              <a:rPr lang="en-US" dirty="0">
                <a:solidFill>
                  <a:schemeClr val="tx2"/>
                </a:solidFill>
              </a:rPr>
              <a:t>Types of Counter Offers: </a:t>
            </a:r>
            <a:endParaRPr lang="en-IN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Candidate’s counter-offer: The candidate requests a higher salary or improved employment conditions.</a:t>
            </a:r>
          </a:p>
          <a:p>
            <a:r>
              <a:rPr lang="en-US" dirty="0">
                <a:solidFill>
                  <a:schemeClr val="tx2"/>
                </a:solidFill>
              </a:rPr>
              <a:t>Employer’s counter-offer: The employer revises the offer by increasing the salary, adding benefits, or modifying other terms.</a:t>
            </a:r>
          </a:p>
          <a:p>
            <a:r>
              <a:rPr lang="en-US" dirty="0">
                <a:solidFill>
                  <a:schemeClr val="tx2"/>
                </a:solidFill>
              </a:rPr>
              <a:t>Retention counter-offer: An existing employer offers improved compensation or benefits to persuade an employee not to leave.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26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3135-4B95-A614-C0BF-FF09D707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Responding to Counter Offers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D30327-A6E4-5842-D28A-C66C626BF5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61109"/>
            <a:ext cx="951016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Listen carefully to the revised proposal.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 for clarification about salary, benefits, responsibilities, and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the offer with personal career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both financial and non-financial benefits.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time to make an informed decision, if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 or decline the offer politely and professionally.</a:t>
            </a:r>
          </a:p>
        </p:txBody>
      </p:sp>
    </p:spTree>
    <p:extLst>
      <p:ext uri="{BB962C8B-B14F-4D97-AF65-F5344CB8AC3E}">
        <p14:creationId xmlns:p14="http://schemas.microsoft.com/office/powerpoint/2010/main" val="262442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A1DF-8BCA-4609-4BE7-D9FFEFC4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Ethical Strategies for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BF1C4-9AC4-5187-3EAD-AF171CD03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negotiation involves achieving a fair outcome without misleading, manipulating, or exploiting the other party.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Justify your expected salary by referring to your qualifications, skills, experience, and industry standards.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 respectfully and honestly while requesting a reasonable salary revision.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alternative benefits, such as performance bonuses, flexible working hours, training opportunities, or additional allowances, if the salary cannot be increased.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53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10A0-B1EA-6B18-A82C-A5BC74BE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Unethical Negotiation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145F-A9C3-319B-4936-9D10FC182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Candidates should avoid: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Lying about another job offer to obtain a higher salary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Exaggerating qualifications or previous salary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Making unrealistic demands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Using threats or ultimatums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Accepting an offer without intending to join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Sharing confidential company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Misrepresenting another employer’s offer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Rejecting an offer rudely or unprofessionally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3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4496-8936-53C0-5900-460A0D11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Expressions for Salary Negotiation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43BB0-2F5F-723B-D8D7-27848708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Requesting a higher salary: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my skills and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responsibilities of the role, I was expecting a slightly higher package.”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“Is there flexibility in the compensation offered?”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“Could we discuss the possibility of revising the salary?”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62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C230-FBD1-963F-3AD1-E4557DEC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Expressions for Salary Negotiation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C507-1AF6-B46A-7D87-C056DDB2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Discussing 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“Are there additional benefits or allowances included in the package?”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“Could we explore a performance-based bonus or an early salary review?”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“Are training and professional-development opportunities provided?”</a:t>
            </a: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30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63ED-1B1F-70A4-B62C-EE61496B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438012-F141-AFAA-4275-8256C0F87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468943"/>
            <a:ext cx="897470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negotiation is a professional discussion, not a confrontation.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Preparation and market research strengthen a candidate’s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 should negotiate based on skills, qualifications, responsibilities, and evidence.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Counter-offers should be evaluated carefully.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negotiation requires honesty, fairness, respect, and transparency.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successful negotiation should protect both the candidate’s interests and the employer’s trust.</a:t>
            </a:r>
          </a:p>
        </p:txBody>
      </p:sp>
    </p:spTree>
    <p:extLst>
      <p:ext uri="{BB962C8B-B14F-4D97-AF65-F5344CB8AC3E}">
        <p14:creationId xmlns:p14="http://schemas.microsoft.com/office/powerpoint/2010/main" val="365775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erry Blossom 16x9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17.potx" id="{A8D831F9-2DA4-4700-B230-431725864604}" vid="{ED9A2A59-32A4-4461-8593-D9E87F204B18}"/>
    </a:ext>
  </a:extLst>
</a:theme>
</file>

<file path=ppt/theme/theme2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Cherry blossom nature presentation (widescreen)</Template>
  <TotalTime>31</TotalTime>
  <Words>716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</vt:lpstr>
      <vt:lpstr>Times New Roman</vt:lpstr>
      <vt:lpstr>Cherry Blossom 16x9</vt:lpstr>
      <vt:lpstr>Negotiation in interviews: </vt:lpstr>
      <vt:lpstr>Negotiation in Interviews </vt:lpstr>
      <vt:lpstr>Salary Negotiation</vt:lpstr>
      <vt:lpstr>Strategies for effective salary negotiation </vt:lpstr>
      <vt:lpstr> Strategies for effective salary negotiation</vt:lpstr>
      <vt:lpstr>Counter Offer</vt:lpstr>
      <vt:lpstr>Responding to Counter Offers</vt:lpstr>
      <vt:lpstr>Ethical Strategies for Negotiation</vt:lpstr>
      <vt:lpstr>Unethical Negotiation Practices</vt:lpstr>
      <vt:lpstr>Useful Expressions for Salary Negotiation</vt:lpstr>
      <vt:lpstr>Useful Expressions for Salary Negotiation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Negotiation in interviews: </dc:title>
  <dc:creator>MARTHA KARUNAKAR</dc:creator>
  <cp:lastModifiedBy>MARTHA KARUNAKAR</cp:lastModifiedBy>
  <cp:revision>10</cp:revision>
  <dcterms:created xsi:type="dcterms:W3CDTF">2026-09-14T17:21:35Z</dcterms:created>
  <dcterms:modified xsi:type="dcterms:W3CDTF">2026-09-14T17:53:09Z</dcterms:modified>
</cp:coreProperties>
</file>