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17"/>
  </p:notesMasterIdLst>
  <p:sldIdLst>
    <p:sldId id="401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208" autoAdjust="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Non Verbal Communication</a:t>
            </a:r>
            <a:br>
              <a:rPr lang="en-US" dirty="0"/>
            </a:br>
            <a:br>
              <a:rPr lang="en-US" dirty="0"/>
            </a:br>
            <a:r>
              <a:rPr lang="en-US" sz="1400" dirty="0"/>
              <a:t>17.09.2026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Martha Karunakar</a:t>
            </a: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914A-A6F4-491F-FC55-1F1A9A34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Non-verbal communication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D378-E508-7BD5-0899-7C4A47C38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Non-verbal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messages conveyed without relying solely on words.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presentations, interviews, meetings, and professional interactions, non-verbal cues strongly influence how an audience perceives the speaker's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confidence, credibility, enthusiasm, and emotional connection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1E9F-536C-90BE-E084-A1F83748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F6360-2D94-770F-A622-11467248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54A68-867F-5961-4B8A-993ECB1A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44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3B31-9288-DBB3-FD2E-8F1333E5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Non-verbal mastery involves consciously using: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9D9EF-A64E-A7F7-66A5-05AAC1DF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63E5A-C869-28C4-F327-F8E5DA87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8522A-EDB3-2A52-E917-C704965A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DA0709A-7145-ECC9-E447-9ED5DA6CC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968285"/>
            <a:ext cx="611955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 contact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modulation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Pauses and silence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Emotional resonance </a:t>
            </a:r>
          </a:p>
        </p:txBody>
      </p:sp>
    </p:spTree>
    <p:extLst>
      <p:ext uri="{BB962C8B-B14F-4D97-AF65-F5344CB8AC3E}">
        <p14:creationId xmlns:p14="http://schemas.microsoft.com/office/powerpoint/2010/main" val="56955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108C-4D69-FB0B-168D-5E09E2D9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Body Language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BA68-1781-0D9C-2B26-F9CD00AC4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language is the use of physical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communicate attitudes, emotions, and intentions.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Language includes the following: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Contact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Gestures</a:t>
            </a:r>
            <a:br>
              <a:rPr lang="en-US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2302-E93F-929E-1983-97C9F046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28AE-C962-915A-CFBA-64EF524A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CDA66-7ADC-A652-CEFA-9621A350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6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B8F1-479F-5D96-A867-708FE92F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Voice modulation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B80A-F5F4-188D-48E2-A7C8D945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modulation means deliberately varying vocal characteristics to make communication more engaging and meaningful.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elements include: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- refers to how high or low the voice sounds.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Pace - refers to the speed of speaking.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and Emphasis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8C1F-84FA-9663-FAEA-08C131B1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071E1-C32A-EF43-3840-B47989CA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7C9C7-C350-5B23-D5B8-D334E585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1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ABC7-F6C2-EEB8-E511-CF1E214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resonance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5D103-0AD1-4D91-C392-AB869106E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resonance is the ability to create an emotional connection between the speaker, the message, and the audience.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becomes more memorable when the audience can understand not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speaker is saying but also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creating emotional resonance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Storytelling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relevant stories, experiences, or real-life situations.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simply stating that a project addresses water scarcity, a student could begin with a community’s experience of struggling with inadequate access to clean water.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403E6-EB66-DD48-5342-3C7A0F22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8E347-C737-ABC2-172F-77DB0407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B1DF9-9501-3A75-7284-426147C6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3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3618-F846-4C9C-C095-5A638A9D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resonance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D6D73-3089-D2AD-E08F-7EC8DCB3B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Audience Relevance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message to the audience's experiences, concerns, or aspirations.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presenting AI in education to college students, explain how AI may affect their learning, assignments, internships, and future careers.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A898-9690-FBFC-C47A-9D51A51E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CF083-DD47-73EA-2E1D-6613D861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8D29C-EDD4-1E18-5F01-E9098B73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1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0AF9-D78C-B28E-77D5-9FDEB816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resonance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CAC6-5558-3ADB-AA07-B38F3B668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 naturally and genuinely rather than attempting to display artificial enthusiasm.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awareness of the audience's perspectives and concerns.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genuine interest in the subject through appropriate facial expressions, vocal energy, and purposeful gestures.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19B5A-DCFA-5456-0055-4D259832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86D05-505C-1417-9CE3-6B62FC2A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40EF-3A1A-2FD6-8ED8-0653129F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48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2E92-76FB-AF4D-8ABF-9F5C89DB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Non-Verbal Mistakes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02E6-7ACB-F8B2-E072-C7B65C595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Constantly looking at the floor or screen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Crossing arms throughout a presentation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hand movements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Fidgeting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Speaking in a monotone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Speaking too quickly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use of filler words such as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“um,” “actually,”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know”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directly from slides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Standing rigidly without movement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Smiling inappropriately during serious content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distracting gestures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DE2E7-8D77-8784-5AC5-63017CFA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ECBB6-E62E-F6C6-D7E7-D981A5DF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732AD-12A5-8BDD-58CB-56FC2676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29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005C-3A8B-9532-97F0-710CEA2C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7DA3D-89A0-A8EF-7885-9B8636AF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team is presenting its final-year project to professors and industry experts to obtain approval and funding for developing a functional prototype.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non-verbal 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a confident posture.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eye contact with the panel.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enthusiastic but professional tone.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down when presenting important findings.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gestures to highlight key features of the prototype.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appropriate concern when discussing the problem being addressed.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enthusiasm when explaining the project's potential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after presenting important statistics or findings.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with confident posture and a clear call to action.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combination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language + voice modulation + emotional resonance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make the presentation more persuasive and engaging.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BF3A-A1E0-FA79-B786-90100372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E5435-4BA4-C0E8-24A2-101C4953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6D06-05E0-4783-8066-56CCBAF9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86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F30B-C9D4-207A-7339-2FDBAFE0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7BB2-4452-A8CD-D6EC-EC45DC55C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Non-verbal mastery = Body Language + Voice Modulation + Emotional Resonance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language communicates confidence and engagement.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modulation prevents monotony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emphasises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ideas.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resonance creates a meaningful connection with the audience.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Non-verbal signals should support rather than contradict verbal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speakers adapt their non-verbal communication to the audience, context, purpose, and medium.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Mastery comes through practice, observation, feedback, and self-awareness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C077-661B-67FC-2DB3-20156956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E2B4-9A6D-1DC7-7DA7-A1F674DB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BCCAE-3BAD-ACAD-D7F2-3FB7F284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26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C1C2-CF7C-829D-9631-E9759A7F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719C-448F-B0BB-0BAC-88CAD0EF4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team is presenting its final-year project to a panel of professors and industry experts with the objective of securing project approval and funding to develop a functional prototype. Discuss how the team members can strategically use advanced body language, voice modulation, and emotional resonance to enhance audience engagement, establish credibility, and persuade the panel.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DBF7C-D4CC-0C3E-F153-6F01B4C8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7CCB-90D9-1524-3643-7CFD76D7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F202D-BA1E-BB77-17BD-DEC8AD51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1541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Brush presentation</Template>
  <TotalTime>1186</TotalTime>
  <Words>720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Elephant</vt:lpstr>
      <vt:lpstr>Times New Roman</vt:lpstr>
      <vt:lpstr>Brush</vt:lpstr>
      <vt:lpstr>Non Verbal Communication  17.09.2026</vt:lpstr>
      <vt:lpstr>Non-verbal communication</vt:lpstr>
      <vt:lpstr>Non-verbal mastery involves consciously using:</vt:lpstr>
      <vt:lpstr>Body Language </vt:lpstr>
      <vt:lpstr>Voice modulation</vt:lpstr>
      <vt:lpstr>Emotional resonance</vt:lpstr>
      <vt:lpstr>Emotional resonance</vt:lpstr>
      <vt:lpstr>Emotional resonance</vt:lpstr>
      <vt:lpstr>Common Non-Verbal Mistakes </vt:lpstr>
      <vt:lpstr>Question</vt:lpstr>
      <vt:lpstr>Summary</vt:lpstr>
      <vt:lpstr>Model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Verbal Communication  17.09.2026</dc:title>
  <dc:creator>MARTHA KARUNAKAR</dc:creator>
  <cp:lastModifiedBy>MARTHA KARUNAKAR</cp:lastModifiedBy>
  <cp:revision>9</cp:revision>
  <dcterms:created xsi:type="dcterms:W3CDTF">2026-09-15T09:10:16Z</dcterms:created>
  <dcterms:modified xsi:type="dcterms:W3CDTF">2026-09-16T04:56:23Z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