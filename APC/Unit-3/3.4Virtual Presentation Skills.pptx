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3"/>
  </p:sldMasterIdLst>
  <p:notesMasterIdLst>
    <p:notesMasterId r:id="rId11"/>
  </p:notesMasterIdLst>
  <p:handoutMasterIdLst>
    <p:handoutMasterId r:id="rId12"/>
  </p:handoutMasterIdLst>
  <p:sldIdLst>
    <p:sldId id="298" r:id="rId4"/>
    <p:sldId id="333" r:id="rId5"/>
    <p:sldId id="334" r:id="rId6"/>
    <p:sldId id="337" r:id="rId7"/>
    <p:sldId id="319" r:id="rId8"/>
    <p:sldId id="338" r:id="rId9"/>
    <p:sldId id="33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2D7"/>
    <a:srgbClr val="FFFFFF"/>
    <a:srgbClr val="FFAFA4"/>
    <a:srgbClr val="F2ACA9"/>
    <a:srgbClr val="FFB3A6"/>
    <a:srgbClr val="C8A5B1"/>
    <a:srgbClr val="F3DF9B"/>
    <a:srgbClr val="E6D6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505E3EF-67EA-436B-97B2-0124C06EBD24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2157" autoAdjust="0"/>
  </p:normalViewPr>
  <p:slideViewPr>
    <p:cSldViewPr snapToGrid="0">
      <p:cViewPr varScale="1">
        <p:scale>
          <a:sx n="77" d="100"/>
          <a:sy n="77" d="100"/>
        </p:scale>
        <p:origin x="232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7C6B4B7-5B04-9AD8-5D6A-8846B9A2BA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0FBE4B-FBF7-BD1A-139F-83C286BC84C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600BAC-FB81-492E-97B7-A02B7B36BE0F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A19583-E7E7-5714-7287-DE2308D2A6C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549DF6-D32F-D283-FFE9-E677A74D18E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67EC48-817D-441E-A589-E61E6F1983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6577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0A0D5-8F98-4CC1-A28E-021F0B6B475C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03C52C-5E29-41AF-BAA3-8217E886DA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961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289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BF63F-D7E1-5B66-A35A-A15AAFD7E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A19C04-03E9-10F0-993D-805BD0F73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A7141E-8F94-3EF2-97B0-4EDE447965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BC62F-0F69-C176-1A65-4749B6E6B4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4497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729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3D69E3-FFC8-340B-E0C7-BAB5168FEF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869" y="3864"/>
            <a:ext cx="12178261" cy="68502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02792" y="0"/>
            <a:ext cx="10186416" cy="6858000"/>
          </a:xfrm>
        </p:spPr>
        <p:txBody>
          <a:bodyPr tIns="91440" anchor="ctr">
            <a:noAutofit/>
          </a:bodyPr>
          <a:lstStyle>
            <a:lvl1pPr algn="ctr">
              <a:defRPr sz="720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1712284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411DD4-DAC6-3F0A-375C-8734155CED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208" y="4054"/>
            <a:ext cx="12177584" cy="684989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1816" y="451406"/>
            <a:ext cx="5943600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01211" y="1182614"/>
            <a:ext cx="4832430" cy="822960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algn="ct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8605066B-CAE4-A78C-2A64-12177259717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001213" y="2372810"/>
            <a:ext cx="4832428" cy="3819646"/>
          </a:xfrm>
        </p:spPr>
        <p:txBody>
          <a:bodyPr tIns="182880">
            <a:norm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  <a:defRPr sz="1800">
                <a:solidFill>
                  <a:schemeClr val="accent6">
                    <a:lumMod val="50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3pPr>
            <a:lvl4pPr marL="0" indent="0" algn="ctr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4pPr>
            <a:lvl5pPr marL="0" indent="0" algn="ctr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04400" y="5781039"/>
            <a:ext cx="2060618" cy="133764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18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1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D46A0E-C4E1-C08D-1AFA-FC41F2BDC2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741" y="1542"/>
            <a:ext cx="12186518" cy="68549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5300" y="612648"/>
            <a:ext cx="11201400" cy="3566160"/>
          </a:xfrm>
        </p:spPr>
        <p:txBody>
          <a:bodyPr bIns="0" anchor="b">
            <a:noAutofit/>
          </a:bodyPr>
          <a:lstStyle>
            <a:lvl1pPr algn="ctr">
              <a:defRPr sz="72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750088" y="4688450"/>
            <a:ext cx="4832431" cy="941832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buNone/>
              <a:defRPr sz="1800" b="1" cap="all" baseline="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876130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D07426-496A-EEDB-DB53-15DA6D9537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145" y="2894"/>
            <a:ext cx="12181710" cy="685221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81154" y="451406"/>
            <a:ext cx="9142110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81516" y="1193716"/>
            <a:ext cx="7964903" cy="738784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algn="ct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9921446-DF3F-3352-E38A-4ADECA56C50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165475" y="2556387"/>
            <a:ext cx="8237726" cy="351421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  <a:lvl2pPr marL="283464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chemeClr val="accent6">
                    <a:lumMod val="50000"/>
                  </a:schemeClr>
                </a:solidFill>
              </a:defRPr>
            </a:lvl2pPr>
            <a:lvl3pPr marL="12001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chemeClr val="accent6">
                    <a:lumMod val="50000"/>
                  </a:schemeClr>
                </a:solidFill>
              </a:defRPr>
            </a:lvl3pPr>
            <a:lvl4pPr marL="16573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chemeClr val="accent6">
                    <a:lumMod val="50000"/>
                  </a:schemeClr>
                </a:solidFill>
              </a:defRPr>
            </a:lvl4pPr>
            <a:lvl5pPr marL="21145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chemeClr val="accent6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16160" y="5821679"/>
            <a:ext cx="1948858" cy="129700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29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BB1BAA-0BBA-094D-36BB-52209C5744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3775" y="-7257"/>
            <a:ext cx="12169463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00280" y="532435"/>
            <a:ext cx="5924874" cy="58683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106E5D-F0FF-0F55-C4FF-7DD177C58C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20654" y="960120"/>
            <a:ext cx="4621593" cy="3145536"/>
          </a:xfrm>
        </p:spPr>
        <p:txBody>
          <a:bodyPr/>
          <a:lstStyle>
            <a:lvl1pPr algn="ctr">
              <a:defRPr sz="54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66AF09F6-0A31-C3AA-DF3A-7E062458EAC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20654" y="4768520"/>
            <a:ext cx="4621593" cy="729206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buNone/>
              <a:defRPr sz="1800" b="1" cap="all" baseline="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9E30A96-253C-806E-DA56-9C892971C17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91499" y="-8626"/>
            <a:ext cx="4227271" cy="688975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95840" y="5803095"/>
            <a:ext cx="1969178" cy="131558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336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1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81E90A88-865C-F9ED-C2BB-25421BBEA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-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7057" y="451406"/>
            <a:ext cx="11246207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80789" y="1115060"/>
            <a:ext cx="10149840" cy="914400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algn="ct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BA3B1C17-899D-2FE2-0B01-60643853FB4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78721" y="2301069"/>
            <a:ext cx="4892675" cy="3482792"/>
          </a:xfrm>
        </p:spPr>
        <p:txBody>
          <a:bodyPr>
            <a:normAutofit/>
          </a:bodyPr>
          <a:lstStyle>
            <a:lvl1pPr marL="283464" indent="-283464">
              <a:defRPr sz="1800"/>
            </a:lvl1pPr>
            <a:lvl2pPr indent="-283464">
              <a:defRPr sz="1600"/>
            </a:lvl2pPr>
            <a:lvl3pPr indent="-283464">
              <a:defRPr sz="1400"/>
            </a:lvl3pPr>
            <a:lvl4pPr indent="-283464">
              <a:defRPr sz="1200"/>
            </a:lvl4pPr>
            <a:lvl5pPr indent="-283464"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1C79FDB-6789-ED7D-E246-96F9F6DC068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37288" y="2301069"/>
            <a:ext cx="4892675" cy="3482792"/>
          </a:xfrm>
        </p:spPr>
        <p:txBody>
          <a:bodyPr>
            <a:normAutofit/>
          </a:bodyPr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/>
            </a:lvl1pPr>
            <a:lvl2pPr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400"/>
            </a:lvl3pPr>
            <a:lvl4pPr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200"/>
            </a:lvl4pPr>
            <a:lvl5pPr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19360" y="5750559"/>
            <a:ext cx="1745658" cy="136812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036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 1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728253-E3DA-6D81-345D-04C29F7193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145" y="2894"/>
            <a:ext cx="12181710" cy="685221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81154" y="451406"/>
            <a:ext cx="9142110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81516" y="1193716"/>
            <a:ext cx="7964903" cy="738784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algn="ct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696E5A-37E4-7844-655B-462912CE36C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3123" y="-899"/>
            <a:ext cx="1657350" cy="685800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58E6485-C17B-2771-87BA-0398E09E183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165475" y="2555875"/>
            <a:ext cx="8237538" cy="362063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 sz="1600">
                <a:solidFill>
                  <a:schemeClr val="accent6">
                    <a:lumMod val="50000"/>
                  </a:schemeClr>
                </a:solidFill>
              </a:defRPr>
            </a:lvl2pPr>
            <a:lvl3pPr>
              <a:defRPr sz="1400">
                <a:solidFill>
                  <a:schemeClr val="accent6">
                    <a:lumMod val="50000"/>
                  </a:schemeClr>
                </a:solidFill>
              </a:defRPr>
            </a:lvl3pPr>
            <a:lvl4pPr>
              <a:defRPr sz="1200">
                <a:solidFill>
                  <a:schemeClr val="accent6">
                    <a:lumMod val="50000"/>
                  </a:schemeClr>
                </a:solidFill>
              </a:defRPr>
            </a:lvl4pPr>
            <a:lvl5pPr>
              <a:defRPr sz="1200">
                <a:solidFill>
                  <a:schemeClr val="accent6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16160" y="5821679"/>
            <a:ext cx="1948858" cy="129700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755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2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EE5B0F-FC85-2832-52DD-74B32C94F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2700" y="0"/>
            <a:ext cx="12166599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61439" y="451406"/>
            <a:ext cx="10354906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809997" y="1100989"/>
            <a:ext cx="9464150" cy="921683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algn="ctr">
              <a:defRPr sz="1800" b="1" cap="all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4D558C2-5388-26DA-C2BE-AC226426CD2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796158" y="2286688"/>
            <a:ext cx="4160699" cy="4003675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600"/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200"/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2D1E30A-3770-4825-553A-18C9DD79385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113448" y="2286688"/>
            <a:ext cx="4160699" cy="4003675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600"/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200"/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22710" y="5811519"/>
            <a:ext cx="1742307" cy="130716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070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and Content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7A6BBBB3-641A-CFC0-516F-63B74C40F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-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7057" y="451406"/>
            <a:ext cx="11246207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80789" y="1115060"/>
            <a:ext cx="10149840" cy="914400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algn="ct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A4C64D22-E188-73F4-E0FE-F09DDC5CB305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979488" y="2311400"/>
            <a:ext cx="7091362" cy="347186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1C79FDB-6789-ED7D-E246-96F9F6DC068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445190" y="2301069"/>
            <a:ext cx="2684773" cy="3482792"/>
          </a:xfrm>
        </p:spPr>
        <p:txBody>
          <a:bodyPr>
            <a:normAutofit/>
          </a:bodyPr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/>
            </a:lvl1pPr>
            <a:lvl2pPr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400"/>
            </a:lvl3pPr>
            <a:lvl4pPr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200"/>
            </a:lvl4pPr>
            <a:lvl5pPr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19360" y="5882640"/>
            <a:ext cx="1745658" cy="123604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847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43F6EF2A-D737-1D2B-9BD8-C4AFD0408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-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7057" y="451406"/>
            <a:ext cx="11246207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80789" y="1115060"/>
            <a:ext cx="10149840" cy="914400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algn="ct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A4C64D22-E188-73F4-E0FE-F09DDC5CB305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979488" y="2311400"/>
            <a:ext cx="10149840" cy="34718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19360" y="5882640"/>
            <a:ext cx="1745658" cy="123604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331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807E53-1889-5FED-84AB-36B4B655BF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741" y="1542"/>
            <a:ext cx="12186518" cy="68549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60090" y="1"/>
            <a:ext cx="7626710" cy="6857046"/>
          </a:xfrm>
        </p:spPr>
        <p:txBody>
          <a:bodyPr bIns="0" anchor="ctr">
            <a:noAutofit/>
          </a:bodyPr>
          <a:lstStyle>
            <a:lvl1pPr algn="l">
              <a:defRPr sz="720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64A964A-4098-65AF-D012-2925365FB96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510588" y="-953"/>
            <a:ext cx="3200400" cy="685800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310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3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5DC7EA-10AE-1A0E-D197-CAB9FBAC93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5389" y="0"/>
            <a:ext cx="12166599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35B76D1-7BAB-95CC-D082-E5857BA27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061" y="451406"/>
            <a:ext cx="9142110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352415-529E-A5FD-DC37-5D14118B5B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4423" y="1193716"/>
            <a:ext cx="7964903" cy="738784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algn="ct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EF759D5-1499-DEC7-BEAE-9ADBC4D3525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46163" y="2304733"/>
            <a:ext cx="2713037" cy="3760787"/>
          </a:xfrm>
        </p:spPr>
        <p:txBody>
          <a:bodyPr>
            <a:normAutofit/>
          </a:bodyPr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 b="1"/>
            </a:lvl1pPr>
            <a:lvl2pPr marL="502920"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 b="1"/>
            </a:lvl2pPr>
            <a:lvl3pPr marL="685800"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 b="1"/>
            </a:lvl3pPr>
            <a:lvl4pPr marL="868680"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 b="1"/>
            </a:lvl4pPr>
            <a:lvl5pPr marL="1051560"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 b="1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4152CA30-831A-8375-BB30-3BC996DB9AE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066468" y="2304733"/>
            <a:ext cx="4972858" cy="3760788"/>
          </a:xfrm>
        </p:spPr>
        <p:txBody>
          <a:bodyPr>
            <a:normAutofit/>
          </a:bodyPr>
          <a:lstStyle>
            <a:lvl1pPr marL="347472" indent="-347472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b="0"/>
            </a:lvl1pPr>
            <a:lvl2pPr marL="745236" indent="-347472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b="0"/>
            </a:lvl2pPr>
            <a:lvl3pPr marL="1202436" indent="-347472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b="0"/>
            </a:lvl3pPr>
            <a:lvl4pPr marL="1659636" indent="-347472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b="0"/>
            </a:lvl4pPr>
            <a:lvl5pPr marL="2116836" indent="-347472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5362880-674E-FD38-9934-5A4AAEB492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16160" y="5821679"/>
            <a:ext cx="1948858" cy="129700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063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E556C0-01A0-755F-2117-1A2AE6158E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6470"/>
            <a:ext cx="12192000" cy="68450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919" y="70439"/>
            <a:ext cx="12178162" cy="3533581"/>
          </a:xfrm>
        </p:spPr>
        <p:txBody>
          <a:bodyPr anchor="b">
            <a:noAutofit/>
          </a:bodyPr>
          <a:lstStyle>
            <a:lvl1pPr algn="ctr">
              <a:defRPr sz="72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7512F2E-49BF-E18A-D886-72AEA30E1D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11879" y="3645514"/>
            <a:ext cx="8009681" cy="731838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rmAutofit/>
          </a:bodyPr>
          <a:lstStyle>
            <a:lvl1pPr marL="0" indent="0" algn="ctr">
              <a:buNone/>
              <a:defRPr sz="1800" b="1" cap="all" baseline="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>
              <a:buNone/>
              <a:defRPr cap="all" baseline="0">
                <a:solidFill>
                  <a:schemeClr val="accent6">
                    <a:lumMod val="50000"/>
                  </a:schemeClr>
                </a:solidFill>
              </a:defRPr>
            </a:lvl2pPr>
            <a:lvl3pPr marL="914400" indent="0">
              <a:buNone/>
              <a:defRPr cap="all" baseline="0">
                <a:solidFill>
                  <a:schemeClr val="accent6">
                    <a:lumMod val="50000"/>
                  </a:schemeClr>
                </a:solidFill>
              </a:defRPr>
            </a:lvl3pPr>
            <a:lvl4pPr marL="1371600" indent="0">
              <a:buNone/>
              <a:defRPr cap="all" baseline="0">
                <a:solidFill>
                  <a:schemeClr val="accent6">
                    <a:lumMod val="50000"/>
                  </a:schemeClr>
                </a:solidFill>
              </a:defRPr>
            </a:lvl4pPr>
            <a:lvl5pPr marL="1828800" indent="0">
              <a:buNone/>
              <a:defRPr cap="all" baseline="0">
                <a:solidFill>
                  <a:schemeClr val="accent6">
                    <a:lumMod val="50000"/>
                  </a:schemeClr>
                </a:solidFill>
              </a:defRPr>
            </a:lvl5pPr>
          </a:lstStyle>
          <a:p>
            <a:r>
              <a:rPr lang="en-US" dirty="0"/>
              <a:t>Add 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9AB62AB-B562-C5FF-87CB-C3F72C70AEC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09750" y="4826000"/>
            <a:ext cx="4001770" cy="590174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DF0E5B37-CF3B-656F-77B2-E3393E9576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7560" y="4826000"/>
            <a:ext cx="4001770" cy="590174"/>
          </a:xfrm>
        </p:spPr>
        <p:txBody>
          <a:bodyPr>
            <a:normAutofit/>
          </a:bodyPr>
          <a:lstStyle>
            <a:lvl1pPr marL="0" indent="0" algn="r">
              <a:buNone/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2923345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8">
            <a:extLst>
              <a:ext uri="{FF2B5EF4-FFF2-40B4-BE49-F238E27FC236}">
                <a16:creationId xmlns:a16="http://schemas.microsoft.com/office/drawing/2014/main" id="{07BDF2BC-0745-E548-2C4E-C6BA53E36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-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7057" y="451406"/>
            <a:ext cx="11246207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80789" y="1193716"/>
            <a:ext cx="10149840" cy="738784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algn="ct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0CFB7E-7B45-8CA9-6B42-9FE063623C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474562" cy="3155372"/>
          </a:xfrm>
          <a:prstGeom prst="rect">
            <a:avLst/>
          </a:prstGeom>
          <a:gradFill>
            <a:gsLst>
              <a:gs pos="0">
                <a:schemeClr val="accent4"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A21F3B-AA5B-C4FE-C298-92D1BDABA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23264" y="47289"/>
            <a:ext cx="461817" cy="6826102"/>
          </a:xfrm>
          <a:prstGeom prst="rect">
            <a:avLst/>
          </a:prstGeom>
          <a:gradFill>
            <a:gsLst>
              <a:gs pos="0">
                <a:schemeClr val="accent4"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19360" y="5750559"/>
            <a:ext cx="1745658" cy="136812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3934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8">
            <a:extLst>
              <a:ext uri="{FF2B5EF4-FFF2-40B4-BE49-F238E27FC236}">
                <a16:creationId xmlns:a16="http://schemas.microsoft.com/office/drawing/2014/main" id="{07BDF2BC-0745-E548-2C4E-C6BA53E36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-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7057" y="451406"/>
            <a:ext cx="11246207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0CFB7E-7B45-8CA9-6B42-9FE063623C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474562" cy="3155372"/>
          </a:xfrm>
          <a:prstGeom prst="rect">
            <a:avLst/>
          </a:prstGeom>
          <a:gradFill>
            <a:gsLst>
              <a:gs pos="0">
                <a:schemeClr val="accent4"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A21F3B-AA5B-C4FE-C298-92D1BDABA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23264" y="47289"/>
            <a:ext cx="461817" cy="6826102"/>
          </a:xfrm>
          <a:prstGeom prst="rect">
            <a:avLst/>
          </a:prstGeom>
          <a:gradFill>
            <a:gsLst>
              <a:gs pos="0">
                <a:schemeClr val="accent4"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19360" y="5750559"/>
            <a:ext cx="1745658" cy="136812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084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763867"/>
            <a:ext cx="10820400" cy="129302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7853FA9-5039-030A-0DE6-246C9F50AB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21818" y="5571597"/>
            <a:ext cx="2743200" cy="1547086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79" r:id="rId3"/>
    <p:sldLayoutId id="2147483653" r:id="rId4"/>
    <p:sldLayoutId id="2147483657" r:id="rId5"/>
    <p:sldLayoutId id="2147483681" r:id="rId6"/>
    <p:sldLayoutId id="2147483680" r:id="rId7"/>
    <p:sldLayoutId id="2147483662" r:id="rId8"/>
    <p:sldLayoutId id="2147483683" r:id="rId9"/>
    <p:sldLayoutId id="2147483684" r:id="rId10"/>
    <p:sldLayoutId id="2147483654" r:id="rId11"/>
    <p:sldLayoutId id="2147483667" r:id="rId12"/>
    <p:sldLayoutId id="2147483665" r:id="rId13"/>
    <p:sldLayoutId id="2147483685" r:id="rId14"/>
    <p:sldLayoutId id="2147483686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accent6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E26165F-7820-1D40-988A-76F18A38F7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Virtual Presentation Skills</a:t>
            </a:r>
          </a:p>
        </p:txBody>
      </p:sp>
    </p:spTree>
    <p:extLst>
      <p:ext uri="{BB962C8B-B14F-4D97-AF65-F5344CB8AC3E}">
        <p14:creationId xmlns:p14="http://schemas.microsoft.com/office/powerpoint/2010/main" val="2352708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5137A-FA81-6210-0ECD-785EC28B4D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BAFE3-71F9-67D1-89DC-C06CB116EEF1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en-US" sz="24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Presentation Skills</a:t>
            </a:r>
          </a:p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Engage Audiences in Digital Environments</a:t>
            </a:r>
          </a:p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presentation skills involve communicating ideas effectively and keeping audiences engaged in online settings such as webinars, virtual meetings, and video conferences.</a:t>
            </a:r>
          </a:p>
          <a:p>
            <a:endParaRPr lang="en-IN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233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008A7-83AA-26A7-398C-2C48E22FA6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Key Skills for Effective Virtual Presentations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8ABF5-3BE2-4F58-0B23-797E48B5247B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Mastering the technology: 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Become familiar with the platform, screen-sharing tools, microphone, camera, chat, and interactive features before the presentation.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an engaging presence: 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eye contact by looking at the camera, use appropriate facial expressions, and speak with clarity and enthusiasm.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visual aids effectively: 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slides simple, visually appealing, and easy to read. Avoid excessive text.</a:t>
            </a:r>
          </a:p>
          <a:p>
            <a:endParaRPr lang="en-IN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18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01722-5674-71E3-808D-28E9F7DA89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Key Skills for Effective Virtual Presentations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586FC-A6AD-3CF7-900B-CD9DD2494610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Encouraging audience interaction: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 polls, chat discussions, questions, quizzes, and breakout rooms to actively involve participants.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Managing attention: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Present information in short, focused segments and vary your tone, pace, and activities to prevent audience fatigue.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5584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B7E9F-66A3-E732-9882-019223003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CAD8753-B2FF-7A09-5A9C-053D3E93DF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1516" y="1193716"/>
            <a:ext cx="7964903" cy="738784"/>
          </a:xfrm>
        </p:spPr>
        <p:txBody>
          <a:bodyPr/>
          <a:lstStyle/>
          <a:p>
            <a:r>
              <a:rPr lang="en-US" b="1" dirty="0"/>
              <a:t>Key Skills for Effective Virtual Presentations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F39BB8-5D79-A2B6-F185-1FDB1B1598C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165475" y="2556387"/>
            <a:ext cx="8237726" cy="3514213"/>
          </a:xfrm>
        </p:spPr>
        <p:txBody>
          <a:bodyPr tIns="91440" bIns="91440">
            <a:noAutofit/>
          </a:bodyPr>
          <a:lstStyle/>
          <a:p>
            <a:pPr lvl="0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Practising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voice and body language: 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vocal variety, purposeful gestures, and confident posture to make the presentation more dynamic.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distractions and technical issues: 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Stay calm and prepared with backup plans for connectivity or technical problems.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Closing effectively: </a:t>
            </a:r>
            <a:r>
              <a:rPr lang="en-US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Summarise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points, invite questions, and give the audience a clear takeaway.</a:t>
            </a:r>
            <a:endParaRPr lang="en-US" sz="2000" b="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98CBC11D-6840-21B9-CA4B-E2D630DE9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16160" y="5821679"/>
            <a:ext cx="1948858" cy="1297003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109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2408C-A3C8-355C-0485-107CC16A0D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DATA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EB674-7096-1D45-B0D2-CD38E7D59842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 lnSpcReduction="10000"/>
          </a:bodyPr>
          <a:lstStyle/>
          <a:p>
            <a:r>
              <a:rPr lang="en-US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is the process of presenting data in visual formats such as charts, graphs, maps, and infographics to make information easier to understand and interpret.</a:t>
            </a:r>
          </a:p>
          <a:p>
            <a:r>
              <a:rPr lang="en-US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Effective data visualization helps presenters: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Simplify complex information.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Highlight important trends and patterns.</a:t>
            </a: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 audience attention. </a:t>
            </a: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Communicate data quickly and clearly. </a:t>
            </a: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arguments with visual evidence. </a:t>
            </a: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data visualization tools: Bar charts, pie charts, line graphs, infographics, dashboards, and interactive visualizations.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805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13DDD-5E35-46D0-0102-2C296FFD9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9" y="70439"/>
            <a:ext cx="12178162" cy="353358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C655E-4E07-A234-D449-E79AFF696B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1879" y="3645514"/>
            <a:ext cx="8009681" cy="731838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5A1C9A-CBD4-DF94-E4C4-43F01C82D0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09750" y="4826000"/>
            <a:ext cx="4001770" cy="590174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D38B90-7BBC-6851-EEB1-12D13B138F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77560" y="4826000"/>
            <a:ext cx="4001770" cy="590174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3753273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67670762_wac_SD_V12" id="{7A12FC3B-6876-4B64-BD29-85411680474D}" vid="{FAF419BD-AB88-4BA8-B634-A11C4B16F0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2C01411-FC44-465B-AE6A-48D4493414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CA918A9-726B-4A91-8209-236B8401AFF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Vapor Trail design</Template>
  <TotalTime>123</TotalTime>
  <Words>330</Words>
  <Application>Microsoft Office PowerPoint</Application>
  <PresentationFormat>Widescreen</PresentationFormat>
  <Paragraphs>33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Century Gothic</vt:lpstr>
      <vt:lpstr>Times New Roman</vt:lpstr>
      <vt:lpstr>Custom</vt:lpstr>
      <vt:lpstr>Virtual Presentation Skills</vt:lpstr>
      <vt:lpstr>Introduction</vt:lpstr>
      <vt:lpstr>Key Skills for Effective Virtual Presentations </vt:lpstr>
      <vt:lpstr>Key Skills for Effective Virtual Presentations</vt:lpstr>
      <vt:lpstr>Key Skills for Effective Virtual Presentations</vt:lpstr>
      <vt:lpstr>DATA VISUALIZATION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Presentation Skills</dc:title>
  <dc:creator>MARTHA KARUNAKAR</dc:creator>
  <cp:lastModifiedBy>MARTHA KARUNAKAR</cp:lastModifiedBy>
  <cp:revision>5</cp:revision>
  <dcterms:created xsi:type="dcterms:W3CDTF">2026-09-03T03:42:53Z</dcterms:created>
  <dcterms:modified xsi:type="dcterms:W3CDTF">2026-09-03T05:46:28Z</dcterms:modified>
</cp:coreProperties>
</file>